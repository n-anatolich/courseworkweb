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1" Type="http://schemas.openxmlformats.org/officeDocument/2006/relationships/image" Target="../media/image10.png"/><Relationship Id="rId10" Type="http://schemas.openxmlformats.org/officeDocument/2006/relationships/image" Target="../media/image11.png"/><Relationship Id="rId12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1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jpg"/><Relationship Id="rId7" Type="http://schemas.openxmlformats.org/officeDocument/2006/relationships/image" Target="../media/image2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2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5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90487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Phys</a:t>
            </a:r>
            <a:r>
              <a:rPr b="1" i="0" lang="en-US" sz="60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Calc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009775"/>
            <a:ext cx="11601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Откройте вселенную классической механики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2752725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Автоматизированная система для молниеносного решения физических задач с пошаговым выводом результата.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434343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Обзор проекта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PhysCalc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154263"/>
            <a:ext cx="5550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Миссия проекта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481400"/>
            <a:ext cx="35154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Создание удобной образовательной среды, где физика становится доступной и понятной через прозрачность алгоритмов решения.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9527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Ключевые задачи</a:t>
            </a:r>
            <a:endParaRPr/>
          </a:p>
        </p:txBody>
      </p:sp>
      <p:pic>
        <p:nvPicPr>
          <p:cNvPr id="98" name="Google Shape;98;p14" title="Screenshot 2026-05-21 16520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4875" y="2751300"/>
            <a:ext cx="7116174" cy="38207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3362325"/>
            <a:ext cx="3729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 Автоматизация вычислений в механике.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• Демонстрация логики через пошаговые шаги.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• Интерактивная визуализация физических схем.</a:t>
            </a:r>
            <a:endParaRPr/>
          </a:p>
        </p:txBody>
      </p:sp>
      <p:pic>
        <p:nvPicPr>
          <p:cNvPr id="100" name="Google Shape;100;p14" title="Screenshot_20260521_122628_Chrome.jpg"/>
          <p:cNvPicPr preferRelativeResize="0"/>
          <p:nvPr/>
        </p:nvPicPr>
        <p:blipFill rotWithShape="1">
          <a:blip r:embed="rId5">
            <a:alphaModFix/>
          </a:blip>
          <a:srcRect b="6777" l="0" r="0" t="0"/>
          <a:stretch/>
        </p:blipFill>
        <p:spPr>
          <a:xfrm>
            <a:off x="8998975" y="0"/>
            <a:ext cx="3164451" cy="6393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355595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314450"/>
            <a:ext cx="3555950" cy="4591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314450"/>
            <a:ext cx="3556099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Технологический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стек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16097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866775" y="2371725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866775" y="2886075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PHP 8.x + PDO для безопасной работы с БД. Собственный математический парсер для вычисления формул без eval().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16097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4613225" y="2371725"/>
            <a:ext cx="311367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Storage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2886075"/>
            <a:ext cx="2965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MySQL с активным использованием JSON-полей для хранения гибких конфигураций форм и полей задач.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160972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359675" y="2371725"/>
            <a:ext cx="31138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359675" y="2886075"/>
            <a:ext cx="2965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JS (ES6+), MathJax для LaTeX-рендеринга и Canvas API для отрисовки динамических схем сил.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17811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98962" y="17811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16838" y="1781175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81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Динамический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калькулятор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571500" y="13144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Умная генерация форм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571500" y="1724025"/>
            <a:ext cx="3515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Система не содержит жестко вшитых форм. Поля ввода генерируются "на лету" на основе метаданных из базы данных.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52500" y="27717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Живой поиск по типам задач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52500" y="32480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Автоматическая валидация типов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52500" y="37242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Поддержка системных и пользовательских формул</a:t>
            </a:r>
            <a:endParaRPr/>
          </a:p>
        </p:txBody>
      </p:sp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1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8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4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7786" y="876650"/>
            <a:ext cx="2527164" cy="5476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46688" y="731217"/>
            <a:ext cx="2661363" cy="5767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762000" y="381000"/>
            <a:ext cx="10133766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Пошаговое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решение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571500" y="1314450"/>
            <a:ext cx="10333791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Прозрачность расчетов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571500" y="1724025"/>
            <a:ext cx="2906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 отличие от обычных калькуляторов, PhysCalc выводит полный ход решения: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837925"/>
            <a:ext cx="29067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Используется рендеринг через MathJax, что гарантирует типографское качество формул на любом устройстве.</a:t>
            </a:r>
            <a:endParaRPr/>
          </a:p>
        </p:txBody>
      </p:sp>
      <p:pic>
        <p:nvPicPr>
          <p:cNvPr id="150" name="Google Shape;150;p17" title="Screenshot_20260521_171839_Firefox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5750" y="381000"/>
            <a:ext cx="2906700" cy="6299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title="Screenshot_20260521_171844_Firefox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12300" y="381000"/>
            <a:ext cx="2774225" cy="6012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Интерактивная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визуализация</a:t>
            </a: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8543622" y="2357421"/>
            <a:ext cx="33411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Canvas API Схемы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8543625" y="2767000"/>
            <a:ext cx="30768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Для каждой задачи генерируется динамическое изображение. Схема реагирует на изменения данных и наглядно показывает направление сил, векторов скорости и ускорения.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8543625" y="4663335"/>
            <a:ext cx="3076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Это превращает абстрактные цифры в физическую реальность.</a:t>
            </a:r>
            <a:endParaRPr/>
          </a:p>
        </p:txBody>
      </p:sp>
      <p:pic>
        <p:nvPicPr>
          <p:cNvPr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9666" r="0" t="0"/>
          <a:stretch/>
        </p:blipFill>
        <p:spPr>
          <a:xfrm>
            <a:off x="0" y="1304400"/>
            <a:ext cx="7819226" cy="51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14450"/>
            <a:ext cx="5286375" cy="19182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13725"/>
            <a:ext cx="5286375" cy="191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Конструктор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задач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866775" y="160972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Пользовательские формулы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866775" y="2124075"/>
            <a:ext cx="4695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Авторизованные пользователи могут создавать свои задачи, фиксируя определенные параметры как константы.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66775" y="3909000"/>
            <a:ext cx="493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Публикация и Шеринг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866775" y="4423350"/>
            <a:ext cx="4695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Созданные задачи можно сделать публичными, позволяя другим студентам использовать ваши наработки в один клик.</a:t>
            </a:r>
            <a:endParaRPr/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1325" y="261513"/>
            <a:ext cx="2856801" cy="619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181575" y="261500"/>
            <a:ext cx="2856801" cy="6191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762000" y="3810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История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20" title="Screenshot 2026-05-21 1652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975" y="1203499"/>
            <a:ext cx="10064751" cy="540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14450"/>
            <a:ext cx="5286375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Панель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администратора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571500" y="1314450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264795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Управление данными (CRUD)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629400" y="1609725"/>
            <a:ext cx="49306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Контроль системы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629400" y="2124075"/>
            <a:ext cx="46958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Администратор обладает полным доступом к системе через выделенный интерфейс: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010400" y="2886075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Управление пользователями и блокировками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010400" y="3362325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Редактирование справочника констант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7010400" y="3838575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Добавление новых типов физических задач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7010400" y="4314825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Аналитика популярности формул</a:t>
            </a:r>
            <a:endParaRPr/>
          </a:p>
        </p:txBody>
      </p:sp>
      <p:pic>
        <p:nvPicPr>
          <p:cNvPr descr="image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28860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33623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3838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29400" y="431482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Безопасность и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надежность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1333500" y="146685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Защита от XSS: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Жесткое экранирование всех выводимых данных через htmlspecialchars.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333500" y="194310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Валидация данных: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Серверная проверка констант исключает подмену данных через DevTools браузера.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333500" y="241935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SQL-инъекции: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Использование подготовленных выражений (Prepared Statements) через PDO.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333500" y="2895600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Безопасный парсинг: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Собственный алгоритм вычислений исключает выполнение произвольного кода.</a:t>
            </a:r>
            <a:endParaRPr/>
          </a:p>
        </p:txBody>
      </p:sp>
      <p:pic>
        <p:nvPicPr>
          <p:cNvPr descr="image.png" id="216" name="Google Shape;21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466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19431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419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9560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762000" y="3810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Мобильная </a:t>
            </a:r>
            <a:r>
              <a:rPr b="1" i="0" lang="en-US" sz="36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адаптивность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571500" y="381000"/>
            <a:ext cx="57150" cy="55245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571500" y="13144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Физика в кармане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1724025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Приложение полностью адаптировано под мобильные устройства. Интерфейс перестраивается для комфортной работы на смартфонах: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952500" y="27717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Удобное бургер-меню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52500" y="32480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Крупные элементы управления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952500" y="372427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Адаптивные Canvas-схемы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4200525"/>
            <a:ext cx="4905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Glassmorphism UI дизайн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17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480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42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00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title="Screenshot_20260521_123306_Chrome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2071" y="0"/>
            <a:ext cx="316445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295275" y="2138362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Спасибо за </a:t>
            </a:r>
            <a:r>
              <a:rPr b="1" i="0" lang="en-US" sz="4500" u="none" cap="none" strike="noStrike">
                <a:solidFill>
                  <a:srgbClr val="FACC15"/>
                </a:solidFill>
                <a:latin typeface="Urbanist"/>
                <a:ea typeface="Urbanist"/>
                <a:cs typeface="Urbanist"/>
                <a:sym typeface="Urbanist"/>
              </a:rPr>
              <a:t>внимание</a:t>
            </a:r>
            <a:r>
              <a:rPr b="1" i="0" lang="en-US" sz="45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571500" y="305276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PhysCalc — инструмент для тех, кто ценит точность и прозрачность.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4638675" y="3967162"/>
            <a:ext cx="1162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localhost:8080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181725" y="3967162"/>
            <a:ext cx="13716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help@physcalc.ru</a:t>
            </a:r>
            <a:endParaRPr/>
          </a:p>
        </p:txBody>
      </p:sp>
      <p:pic>
        <p:nvPicPr>
          <p:cNvPr descr="image.png" id="247" name="Google Shape;24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8675" y="3976687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81725" y="3976687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